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Don't mention the layoffs until Q3.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Backup numbers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і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і дата</a:t>
            </a:r>
          </a:p>
        </p:txBody>
      </p:sp>
      <p:sp>
        <p:nvSpPr>
          <p:cNvPr id="12" name="Назва презентації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Назва презентації</a:t>
            </a:r>
          </a:p>
        </p:txBody>
      </p:sp>
      <p:sp>
        <p:nvSpPr>
          <p:cNvPr id="13" name="Основний текст, рівень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Підзаголовок презентації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і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й лайми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Назва презентації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Назва презентації</a:t>
            </a:r>
          </a:p>
        </p:txBody>
      </p:sp>
      <p:sp>
        <p:nvSpPr>
          <p:cNvPr id="23" name="Автор і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і дата</a:t>
            </a:r>
          </a:p>
        </p:txBody>
      </p:sp>
      <p:sp>
        <p:nvSpPr>
          <p:cNvPr id="24" name="Основний текст, рівень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Підзаголовок презентації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і фото (варі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Миска з пиріжками з лососем, салатом і 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Основний текст, рівень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Підзаголовок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і марке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і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слайда</a:t>
            </a:r>
          </a:p>
        </p:txBody>
      </p:sp>
      <p:sp>
        <p:nvSpPr>
          <p:cNvPr id="44" name="Основний текст, рівень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Марке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Основний текст, рівень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маркери і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і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слайда</a:t>
            </a:r>
          </a:p>
        </p:txBody>
      </p:sp>
      <p:sp>
        <p:nvSpPr>
          <p:cNvPr id="61" name="Основний текст, рівень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Миска макаронів паппарделле з маслом із петрушкою, смаженим лісовим горіхом і тоненькими скибками пармезану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маркери й відео, 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і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слайда</a:t>
            </a:r>
          </a:p>
        </p:txBody>
      </p:sp>
      <p:sp>
        <p:nvSpPr>
          <p:cNvPr id="72" name="Основний текст, рівень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маркери й відео, 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і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слайда</a:t>
            </a:r>
          </a:p>
        </p:txBody>
      </p:sp>
      <p:sp>
        <p:nvSpPr>
          <p:cNvPr id="82" name="Основний текст, рівень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озді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озділу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розділу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і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рядок ден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до порядку денного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до порядку денного</a:t>
            </a:r>
          </a:p>
        </p:txBody>
      </p:sp>
      <p:sp>
        <p:nvSpPr>
          <p:cNvPr id="109" name="Підзаголовок до порядку денного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Підзаголовок до порядку денного</a:t>
            </a:r>
          </a:p>
        </p:txBody>
      </p:sp>
      <p:sp>
        <p:nvSpPr>
          <p:cNvPr id="110" name="Основний текст, рівень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Теми порядку денного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вердже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Основний текст, рівень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Твердження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ідоми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Основний текст, рівень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Інформація про факт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Інформація про факт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трибуція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Атрибуція</a:t>
            </a:r>
          </a:p>
        </p:txBody>
      </p:sp>
      <p:sp>
        <p:nvSpPr>
          <p:cNvPr id="136" name="Основний текст, рівень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«Відома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у зі смаженим рисом, вареними яйцями та паличками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Миска з пиріжками з лососем, салатом і 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Миска макаронів паппарделле з маслом із петрушкою, смаженим лісовим горіхом і тоненькими скибками пармезану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у зі смаженим рисом, вареними яйцями та паличками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Основний текст, рівень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маркера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і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Назва презентації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Підзаголовок презентації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Пі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Текст маркера слайда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